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4e1a9df6c84bcc" /><Relationship Type="http://schemas.openxmlformats.org/officeDocument/2006/relationships/extended-properties" Target="/docProps/app.xml" Id="R988fb1ba49324b09" /><Relationship Type="http://schemas.openxmlformats.org/officeDocument/2006/relationships/officeDocument" Target="/ppt/presentation.xml" Id="Rc74e4bd2839045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d457bf5d5f4963"/>
  </p:sldMasterIdLst>
  <p:notesMasterIdLst>
    <p:notesMasterId xmlns:r="http://schemas.openxmlformats.org/officeDocument/2006/relationships" r:id="R6bfd5fb374444351"/>
  </p:notesMasterIdLst>
  <p:sldIdLst>
    <p:sldId xmlns:r="http://schemas.openxmlformats.org/officeDocument/2006/relationships" id="256" r:id="R6b261c41e4fd43e1"/>
    <p:sldId xmlns:r="http://schemas.openxmlformats.org/officeDocument/2006/relationships" id="257" r:id="R1cedee26e47f448d"/>
    <p:sldId xmlns:r="http://schemas.openxmlformats.org/officeDocument/2006/relationships" id="258" r:id="R43557ce758634d0d"/>
    <p:sldId xmlns:r="http://schemas.openxmlformats.org/officeDocument/2006/relationships" id="259" r:id="Rd0b3575005f94fe3"/>
    <p:sldId xmlns:r="http://schemas.openxmlformats.org/officeDocument/2006/relationships" id="260" r:id="R6be1f36246174f8e"/>
    <p:sldId xmlns:r="http://schemas.openxmlformats.org/officeDocument/2006/relationships" id="261" r:id="R6395724866344c1d"/>
    <p:sldId xmlns:r="http://schemas.openxmlformats.org/officeDocument/2006/relationships" id="262" r:id="R777f3073790343c5"/>
    <p:sldId xmlns:r="http://schemas.openxmlformats.org/officeDocument/2006/relationships" id="263" r:id="R7c52f91e9e534694"/>
    <p:sldId xmlns:r="http://schemas.openxmlformats.org/officeDocument/2006/relationships" id="264" r:id="R074ca43878fb42ba"/>
    <p:sldId xmlns:r="http://schemas.openxmlformats.org/officeDocument/2006/relationships" id="265" r:id="R4fdb6b80006f4319"/>
    <p:sldId xmlns:r="http://schemas.openxmlformats.org/officeDocument/2006/relationships" id="266" r:id="R107bf2026222466f"/>
    <p:sldId xmlns:r="http://schemas.openxmlformats.org/officeDocument/2006/relationships" id="267" r:id="R3d41b1a407374dbb"/>
    <p:sldId xmlns:r="http://schemas.openxmlformats.org/officeDocument/2006/relationships" id="268" r:id="R51e0b57ac16f433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ab9fc2ddec45d7" /><Relationship Type="http://schemas.openxmlformats.org/officeDocument/2006/relationships/slideMaster" Target="/ppt/slideMasters/slideMaster1.xml" Id="Re9d457bf5d5f4963" /><Relationship Type="http://schemas.openxmlformats.org/officeDocument/2006/relationships/notesMaster" Target="/ppt/notesMasters/notesMaster1.xml" Id="R6bfd5fb374444351" /><Relationship Type="http://schemas.openxmlformats.org/officeDocument/2006/relationships/presProps" Target="/ppt/presProps.xml" Id="R82f8f5d38b744bd4" /><Relationship Type="http://schemas.openxmlformats.org/officeDocument/2006/relationships/viewProps" Target="/ppt/viewProps.xml" Id="R4cde276f4e844dd4" /><Relationship Type="http://schemas.openxmlformats.org/officeDocument/2006/relationships/tableStyles" Target="/ppt/tableStyles.xml" Id="R4e532bbd5be94132" /><Relationship Type="http://schemas.openxmlformats.org/officeDocument/2006/relationships/slide" Target="/ppt/slides/slide1.xml" Id="R6b261c41e4fd43e1" /><Relationship Type="http://schemas.openxmlformats.org/officeDocument/2006/relationships/slide" Target="/ppt/slides/slide2.xml" Id="R1cedee26e47f448d" /><Relationship Type="http://schemas.openxmlformats.org/officeDocument/2006/relationships/slide" Target="/ppt/slides/slide3.xml" Id="R43557ce758634d0d" /><Relationship Type="http://schemas.openxmlformats.org/officeDocument/2006/relationships/slide" Target="/ppt/slides/slide4.xml" Id="Rd0b3575005f94fe3" /><Relationship Type="http://schemas.openxmlformats.org/officeDocument/2006/relationships/slide" Target="/ppt/slides/slide5.xml" Id="R6be1f36246174f8e" /><Relationship Type="http://schemas.openxmlformats.org/officeDocument/2006/relationships/slide" Target="/ppt/slides/slide6.xml" Id="R6395724866344c1d" /><Relationship Type="http://schemas.openxmlformats.org/officeDocument/2006/relationships/slide" Target="/ppt/slides/slide7.xml" Id="R777f3073790343c5" /><Relationship Type="http://schemas.openxmlformats.org/officeDocument/2006/relationships/slide" Target="/ppt/slides/slide8.xml" Id="R7c52f91e9e534694" /><Relationship Type="http://schemas.openxmlformats.org/officeDocument/2006/relationships/slide" Target="/ppt/slides/slide9.xml" Id="R074ca43878fb42ba" /><Relationship Type="http://schemas.openxmlformats.org/officeDocument/2006/relationships/slide" Target="/ppt/slides/slide10.xml" Id="R4fdb6b80006f4319" /><Relationship Type="http://schemas.openxmlformats.org/officeDocument/2006/relationships/slide" Target="/ppt/slides/slide11.xml" Id="R107bf2026222466f" /><Relationship Type="http://schemas.openxmlformats.org/officeDocument/2006/relationships/slide" Target="/ppt/slides/slide12.xml" Id="R3d41b1a407374dbb" /><Relationship Type="http://schemas.openxmlformats.org/officeDocument/2006/relationships/slide" Target="/ppt/slides/slide13.xml" Id="R51e0b57ac16f43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7eb389a0d84d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6be1e7e2d54ba3" /><Relationship Type="http://schemas.openxmlformats.org/officeDocument/2006/relationships/notesMaster" Target="/ppt/notesMasters/notesMaster1.xml" Id="Rd8902098a17646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af1fcd986e42e1" /><Relationship Type="http://schemas.openxmlformats.org/officeDocument/2006/relationships/notesMaster" Target="/ppt/notesMasters/notesMaster1.xml" Id="Rdb1e73c3992d47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8392e7dd584aac" /><Relationship Type="http://schemas.openxmlformats.org/officeDocument/2006/relationships/notesMaster" Target="/ppt/notesMasters/notesMaster1.xml" Id="R5bb181c4d70342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a87b4bb92f42eb" /><Relationship Type="http://schemas.openxmlformats.org/officeDocument/2006/relationships/notesMaster" Target="/ppt/notesMasters/notesMaster1.xml" Id="Rdb659d4e2f5f47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134e6252c6460f" /><Relationship Type="http://schemas.openxmlformats.org/officeDocument/2006/relationships/notesMaster" Target="/ppt/notesMasters/notesMaster1.xml" Id="Re886ae3fbf7841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0abd34c3944241" /><Relationship Type="http://schemas.openxmlformats.org/officeDocument/2006/relationships/notesMaster" Target="/ppt/notesMasters/notesMaster1.xml" Id="R68c31cbae43d40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cd30f799124b5d" /><Relationship Type="http://schemas.openxmlformats.org/officeDocument/2006/relationships/notesMaster" Target="/ppt/notesMasters/notesMaster1.xml" Id="R755499c8ecc74c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b81d4f551d4081" /><Relationship Type="http://schemas.openxmlformats.org/officeDocument/2006/relationships/notesMaster" Target="/ppt/notesMasters/notesMaster1.xml" Id="Rd036480835df45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a4e16e608a481c" /><Relationship Type="http://schemas.openxmlformats.org/officeDocument/2006/relationships/notesMaster" Target="/ppt/notesMasters/notesMaster1.xml" Id="R82ed729dc5274c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4f125ab69f4a18" /><Relationship Type="http://schemas.openxmlformats.org/officeDocument/2006/relationships/notesMaster" Target="/ppt/notesMasters/notesMaster1.xml" Id="R4168393f97894f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e14922b2594256" /><Relationship Type="http://schemas.openxmlformats.org/officeDocument/2006/relationships/notesMaster" Target="/ppt/notesMasters/notesMaster1.xml" Id="Rb0f10400726441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0850443272412a" /><Relationship Type="http://schemas.openxmlformats.org/officeDocument/2006/relationships/notesMaster" Target="/ppt/notesMasters/notesMaster1.xml" Id="R0993171ebdc74d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fb64aa09804705" /><Relationship Type="http://schemas.openxmlformats.org/officeDocument/2006/relationships/notesMaster" Target="/ppt/notesMasters/notesMaster1.xml" Id="Rd84d59b168f141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f3db0e3a5042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6970c1cf624838" /><Relationship Type="http://schemas.openxmlformats.org/officeDocument/2006/relationships/slideLayout" Target="/ppt/slideLayouts/slideLayout1.xml" Id="R8df7814e224148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f7814e224148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e6536d53e4845" /><Relationship Type="http://schemas.openxmlformats.org/officeDocument/2006/relationships/notesSlide" Target="/ppt/notesSlides/notesSlide1.xml" Id="R052a2ed56fe348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911454de14fde" /><Relationship Type="http://schemas.openxmlformats.org/officeDocument/2006/relationships/notesSlide" Target="/ppt/notesSlides/notesSlide2.xml" Id="R5ac23e72ab2949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58044c24c408d" /><Relationship Type="http://schemas.openxmlformats.org/officeDocument/2006/relationships/notesSlide" Target="/ppt/notesSlides/notesSlide3.xml" Id="Rda0ff5d2e87b4c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404f1fe6b465d" /><Relationship Type="http://schemas.openxmlformats.org/officeDocument/2006/relationships/notesSlide" Target="/ppt/notesSlides/notesSlide4.xml" Id="Re9e84141f63e44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0e8ddb5814af3" /><Relationship Type="http://schemas.openxmlformats.org/officeDocument/2006/relationships/notesSlide" Target="/ppt/notesSlides/notesSlide5.xml" Id="Rba98ce6b228d40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2513e18644897" /><Relationship Type="http://schemas.openxmlformats.org/officeDocument/2006/relationships/notesSlide" Target="/ppt/notesSlides/notesSlide6.xml" Id="R15fa5791975a46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beac73503453d" /><Relationship Type="http://schemas.openxmlformats.org/officeDocument/2006/relationships/notesSlide" Target="/ppt/notesSlides/notesSlide7.xml" Id="R094c496435824e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114b936e648c6" /><Relationship Type="http://schemas.openxmlformats.org/officeDocument/2006/relationships/notesSlide" Target="/ppt/notesSlides/notesSlide8.xml" Id="Rcaeb16c138f84d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fdc2ee49d4954" /><Relationship Type="http://schemas.openxmlformats.org/officeDocument/2006/relationships/notesSlide" Target="/ppt/notesSlides/notesSlide9.xml" Id="Rd65fb1a40fae47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659738d8f4ae6" /><Relationship Type="http://schemas.openxmlformats.org/officeDocument/2006/relationships/notesSlide" Target="/ppt/notesSlides/notesSlide10.xml" Id="R5c06b2f3752843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63c730f2840d9" /><Relationship Type="http://schemas.openxmlformats.org/officeDocument/2006/relationships/notesSlide" Target="/ppt/notesSlides/notesSlide11.xml" Id="Rb7183842fb724e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24e412a7a4f11" /><Relationship Type="http://schemas.openxmlformats.org/officeDocument/2006/relationships/notesSlide" Target="/ppt/notesSlides/notesSlide12.xml" Id="R178a56d5c2b449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8bfe8cd224c3d" /><Relationship Type="http://schemas.openxmlformats.org/officeDocument/2006/relationships/notesSlide" Target="/ppt/notesSlides/notesSlide13.xml" Id="R820cfb3cb33e4b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20323C-98F5-414F-B167-E8252B5B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A67B5-39F6-4555-9429-3DE0110F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C5EAE-9F53-4AAE-B6BB-F714FC74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5B325-7464-4A34-8E1D-BF38410F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18AE8-6467-4705-AAF6-2E6C02BA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B864E-1D59-40C2-B0B6-4EF47A35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D397E-C400-4266-A24A-301E8584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C7FDB-A866-423F-8BCC-ECDB186A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24073-3720-41E2-9BB0-5BD893A9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DD6EA-2E81-4E02-A6B7-D08534B3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E2CBE-A802-46B2-8000-B4CE0D1F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855E5-254F-457B-8BD2-FDA058C8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D823B-D867-4344-8453-2AE97B8D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941B6B-5D23-433B-AD4A-52DC7C73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6BF0B-74FA-4CD1-B323-88D94F24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EB9D8-84D1-4B5E-B210-5A4947E6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08E1D9-8EC4-410C-95D4-24BAEA55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8BBDB-B121-4FE9-BA79-83823D85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53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EDF161-4C4B-4115-BB0D-753F23F8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39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A295B6-8337-4A2A-86D4-47FA5F85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9525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B2F30F-959B-433D-91FD-6A0B38A2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1811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952AFA-51E9-4F23-96A8-224C9FF7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F22FF5-EF4D-4C58-9098-44061283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D4481A-A96F-4C3C-AE86-C51336AB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试用期转正述职汇报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952E9E-74AA-40BA-A4C1-019E65C7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E9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7E9FF"/>
                </a:solidFill>
                <a:latin typeface="Aptos"/>
                <a:ea typeface="Aptos"/>
                <a:cs typeface="Aptos"/>
              </a:rPr>
              <a:t>UI设计师（产品方向培养）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DA731C-4FEB-466B-A4A0-4BB60C27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D46075-CCFD-4900-BFB3-13AC0197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6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AF6FF"/>
                </a:solidFill>
                <a:latin typeface="Aptos"/>
                <a:ea typeface="Aptos"/>
                <a:cs typeface="Aptos"/>
              </a:rPr>
              <a:t>姓名：__________    日期：2026年6月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22255B-E111-429D-9737-B86CBF9D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D8F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FD8F5"/>
                </a:solidFill>
                <a:latin typeface="Aptos"/>
                <a:ea typeface="Aptos"/>
                <a:cs typeface="Aptos"/>
              </a:rPr>
              <a:t>医疗信息化 / 实验室信息化（LIMS）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EFAD63-4351-4CB9-BF56-5CD22B4E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38200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从界面交付到产品协同：用设计体系和业务理解提升项目效率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FD4A28-D069-478C-B50F-C02767E8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00200"/>
            <a:ext cx="466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10-15分钟汇报版 | 面向公司领导及部门负责人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CA10E2-D2EE-4740-BC1E-3468A673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8130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5EE539-F251-4F98-B3DD-6C4E356B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051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需求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D6B715-59C5-4772-9943-FC034A38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F149D5-A21D-4BC2-A528-DAC30FB0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717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流程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DB77A4-5E73-4327-9964-E60CEFEC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03271A-816C-473C-A36D-66416F15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样本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72E122-2D8F-49E2-93AF-28A1846F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957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712161-8AE5-4897-BED2-073F388B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195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仪器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F1C573-E88D-4A27-94F2-27E56A56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957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853ED7-84EF-4508-8EA5-D73C2AA0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195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培训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649B6F-9C73-4CE3-9EC8-C9D85557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847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DEB096-BEF8-42FD-8057-9C50031F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38475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8486AC-2A42-48C6-B2E5-41DCEB73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62250"/>
            <a:ext cx="95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410ACF-529E-4DE7-B16D-86F5501D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76600"/>
            <a:ext cx="95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71C4A5-8538-459A-A2FF-9EF8B3BC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625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F1C880-BD41-4CFF-B97B-696C8513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18160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UI标准化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EA2217-7B54-4B53-A36E-3BB2B968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625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E19038-5D57-4B06-A6AA-9DC368C1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8160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BAE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AE66"/>
                </a:solidFill>
                <a:latin typeface="Aptos"/>
                <a:ea typeface="Aptos"/>
                <a:cs typeface="Aptos"/>
              </a:rPr>
              <a:t>产品思维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709F10-AC9A-417C-85CB-3DF0E57E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625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B2AC06-43CC-49D3-9E5D-AD222499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8160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B8D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2B8D7"/>
                </a:solidFill>
                <a:latin typeface="Aptos"/>
                <a:ea typeface="Aptos"/>
                <a:cs typeface="Aptos"/>
              </a:rPr>
              <a:t>业务价值</a:t>
            </a:r>
          </a:p>
        </p:txBody>
      </p:sp>
    </p:spTree>
    <p:extLst>
      <p:ext uri="{BB962C8B-B14F-4D97-AF65-F5344CB8AC3E}">
        <p14:creationId xmlns:p14="http://schemas.microsoft.com/office/powerpoint/2010/main" val="1489011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0F0113-C0EA-4E45-8FE3-9186F705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54873-2FB6-4795-9287-74E5CF35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BB236-7951-402E-8718-E978AA33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FDC57-A5E4-4115-9FB0-0BAB2645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93B84-F814-4FE9-8983-7AA04358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EEE89-E440-4880-B536-6D1E6635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68F0B-A26C-4772-9B49-2551139E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9937C-4CC3-47B1-99ED-49D78F2D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D8135-9C7D-4B11-A0BA-00F8256D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B6C1C-9890-47D0-B373-4C6915F8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8DA8A-6128-414D-A77B-691B7054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FEEEF-59C2-473C-8941-95A3DACD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DFCD2-8F66-4EC4-8A5F-A3B9644D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D20AC-A351-4CA2-A6DC-9B47EAC0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45F91-8B38-4361-AA85-81950CF6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DDCAB-7B51-42BA-A2E1-6A7A5E89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BADF3-F959-466E-9837-613253FB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44B21-7515-413C-BA25-7B5936DB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53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A70025-39AB-4893-905F-79727388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39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B05D89-697F-4229-B9C5-D9D4906A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9525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E747B2-575C-48C4-92F6-2A3DD2A3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1811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1FBC56-7C42-4E6D-95D3-D8D87442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试用期转正述职 | UI设计师 · 产品方向培养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89990D-5513-44C8-8DA0-AEABDEAE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03EAB3-2831-47A8-A12A-D7B88013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工作概览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FCC42-4138-4BB9-9813-67665494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71B0BC-A23E-4716-8FAE-162B085D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试用期输出覆盖多产品线，并沉淀为可复用能力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ED7CD5-C438-4291-86E3-7816D7C6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用数据概览项目参与、产品范围、体系建设与业务支撑。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EA8C9F-D74B-4EAA-85B0-A6B3ECB3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309DB1-6288-4AFD-B7B1-44F2AB85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B6CC58-9096-43DA-AB2E-6319E197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52675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10+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BF3561-347A-4531-86DA-AC323BF6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07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参与医疗/实验室项目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4D7393-EB71-4CCE-ABBD-5E0A9733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覆盖从方案设计到交付支撑的多个节点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08666C-61A5-43E4-A46A-2745EFDE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98BE56-5318-4799-AC25-28F80180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3EB9D9-7DE3-4873-BCE8-6E4F8C07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52675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B8D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2B8D7"/>
                </a:solidFill>
                <a:latin typeface="Aptos"/>
                <a:ea typeface="Aptos"/>
                <a:cs typeface="Aptos"/>
              </a:rPr>
              <a:t>4类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3C2D01-69C7-4495-A463-7834FE5C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24150"/>
            <a:ext cx="207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产品方向覆盖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C3480E-DD38-49A3-AD98-60259DDD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LIMS、动物中心、官网门户、硬件控制屏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013E73-CD9B-4C4C-905F-36237AB3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907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9080CD-B49B-4623-904A-95467AB3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90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E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601080-18BF-4161-A28E-063F68E6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52675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BAE66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BAE66"/>
                </a:solidFill>
                <a:latin typeface="Aptos"/>
                <a:ea typeface="Aptos"/>
                <a:cs typeface="Aptos"/>
              </a:rPr>
              <a:t>1套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1C1F6A-C250-45A4-B2AE-373203AD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207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公司级UI组件库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052607-0350-4B62-A759-14CA7E87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99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颜色、字体、按钮、表单与网站规范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2289C3-BC50-412D-9FAE-EFB3C536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E4C157-7F2B-4ECC-8F5F-555FF497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226C2A-7FA5-4D13-9AFC-D7836819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52675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A7CE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6A7CEB"/>
                </a:solidFill>
                <a:latin typeface="Aptos"/>
                <a:ea typeface="Aptos"/>
                <a:cs typeface="Aptos"/>
              </a:rPr>
              <a:t>多场景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BCBBBB-6749-4183-AD48-E0B14E64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24150"/>
            <a:ext cx="207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售前/培训/标书支撑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30BC2F-A016-48AB-9F1B-5CD989B2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099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参数截图、演示视频、客户培训材料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F91FC3-4D4F-4DFE-8948-94CA23C4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0F0397-917F-448C-AA4F-28901C37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成果覆盖链路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E10038-1BF9-4CF5-9724-7381F731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A47ACB-CD15-4E34-A3DB-8EE78AC2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需求理解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5E8E92-FCF9-46E2-9FFC-D19ACD46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762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633C60-1BB0-4547-9475-79FAC080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815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1BD090-5CE5-49DF-A888-9DA18844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6291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C78E971-851E-4CC8-809C-8AABC0EE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81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界面设计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6451E69-53F0-440E-AC5E-BE6CB16C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62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A6DE724-0076-467B-88FD-7825BF2F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7815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979791-0451-4552-8745-BD92FC4A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291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F8"/>
          </a:solidFill>
          <a:ln xmlns:a="http://schemas.openxmlformats.org/drawingml/2006/main" w="9525">
            <a:solidFill>
              <a:srgbClr val="2BAE6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70EBA2C-473D-478F-8236-F8EE23EA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781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AE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AE66"/>
                </a:solidFill>
                <a:latin typeface="Aptos"/>
                <a:ea typeface="Aptos"/>
                <a:cs typeface="Aptos"/>
              </a:rPr>
              <a:t>规范沉淀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45F8F93-B978-452D-B79B-107FBACF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62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89C2A16-4349-40C3-942A-9F6AF7B1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815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BD08681-6E20-4C10-97E6-5DB0CCA6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6291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6DDEF31-3E87-4677-9FB4-32832868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781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演示支持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2F710EE-8DBF-4131-AA40-64C7CB31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762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F7DDE49-886B-48C9-A32F-A0211E54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815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D4703F2-A362-418E-A920-F539AC33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291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BECE9AD-F169-4339-9230-4180A882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81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培训反馈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AB1D641-F229-4FD4-AEFE-A8C51D44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核心变化：从“完成页面”升级为“理解场景、协同方案、沉淀标准”。</a:t>
            </a:r>
          </a:p>
        </p:txBody>
      </p:sp>
    </p:spTree>
    <p:extLst>
      <p:ext uri="{BB962C8B-B14F-4D97-AF65-F5344CB8AC3E}">
        <p14:creationId xmlns:p14="http://schemas.microsoft.com/office/powerpoint/2010/main" val="2141761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4CDEE5-DA67-41C9-907E-6F1E1372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0552E-D7AD-4E44-884D-33E0EB07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255D7-523A-420B-93BF-285AFB5C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FAE1B-028C-410A-B7C9-F26908AE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E0A51-1638-46BF-8688-9CE9D679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3410D-E3BE-4F87-9297-3DD15D29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357F5-4E56-49A5-B762-D31A142C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D9175-5540-4249-A674-908F6EEF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E76DF-4AA4-47D1-83F0-D519E78C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E7010-40ED-473F-AEC2-425744D0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F0096-C040-4368-8D93-A17A8B7D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78AB3-8F3F-44CA-8890-9596D67A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4D8E3-EEBD-4F0E-B791-8D2EE4D8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F4452-0DF7-4E4D-9A64-34EBD349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7F4590-3ED6-4818-A1A5-56A9FF50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8965F-F76B-4DEB-8CD3-905810DF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34DC9D-EC62-441A-9C2B-2065F5F1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3ACDA6-1271-4585-A197-C500AA23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53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3137B-FC8E-4718-B29D-7186336A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39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3B556A-9CAD-4A3E-925B-B115727B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9525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CA5B7A-9FFD-4457-9509-2190E0DD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1811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022A02-FE2B-4B94-8D1A-C3A66350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试用期转正述职 | UI设计师 · 产品方向培养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A32CDF-9030-4A80-AEF1-D9D7D50C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7DC118-8F13-4F64-AD86-29A4727A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角色定位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ABDBD1-8BC5-4BCB-AEC4-99E4FB53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83C1B7-CEF2-4BCE-A0D5-41B3A3DF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工作重心从UI执行延伸到产品协同与业务支撑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02FEAB-F785-4BB4-826F-DE0FAC46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围绕项目目标承担设计、体系、沟通、售前与产品理解的复合角色。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F5AFB8-16C2-4F49-B92E-F8139945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F"/>
          </a:solidFill>
          <a:ln xmlns:a="http://schemas.openxmlformats.org/drawingml/2006/main" w="9525">
            <a:solidFill>
              <a:srgbClr val="0B2E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D63CCB-73E9-4838-812B-757E3198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241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UI设计师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01A391-976D-4BE5-80B4-D224EBF9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8607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EE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EEBFF"/>
                </a:solidFill>
                <a:latin typeface="Aptos"/>
                <a:ea typeface="Aptos"/>
                <a:cs typeface="Aptos"/>
              </a:rPr>
              <a:t>产品方向培养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616FF8-84BB-437A-8584-E1173161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7ED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DFF"/>
                </a:solidFill>
                <a:latin typeface="Aptos"/>
                <a:ea typeface="Aptos"/>
                <a:cs typeface="Aptos"/>
              </a:rPr>
              <a:t>从界面表达走向业务方案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108DDD-A939-41AB-955B-9CAACCE4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049369-FB8B-49A9-B278-537B85C3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E9C9D4-9987-4C58-86E3-BECBB3DB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098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UI设计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153841-F972-4EE8-9747-0369C40F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955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页面视觉、交互表达、移动/桌面适配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A7767A-10E0-41CB-BF0B-1BD1AC61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936ECC-EBF7-454D-BDFA-9A237B81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E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5DA568-06B9-4778-8458-BF97E35D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098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AE6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AE66"/>
                </a:solidFill>
                <a:latin typeface="Aptos"/>
                <a:ea typeface="Aptos"/>
                <a:cs typeface="Aptos"/>
              </a:rPr>
              <a:t>设计体系建设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34E86F-3CBC-4B7D-A673-1D438419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955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组件库、规范、复用机制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35C13A-242D-4542-8540-35A4D899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0ECB16-8440-48B1-8556-5D67FD58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83F181-FBAF-45BE-8003-A1495EC0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481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B8D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B8D7"/>
                </a:solidFill>
                <a:latin typeface="Aptos"/>
                <a:ea typeface="Aptos"/>
                <a:cs typeface="Aptos"/>
              </a:rPr>
              <a:t>产品协同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B58119-2397-4D2B-9531-FCE6AB35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339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需求理解、流程梳理、方案评审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013098-882C-4A2F-A2F5-F8870336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33875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53D071-9094-4FC2-A459-C3BE89A6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3387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6607CE-7B06-41DC-8DC4-F7286E3E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4481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A7C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A7CEB"/>
                </a:solidFill>
                <a:latin typeface="Aptos"/>
                <a:ea typeface="Aptos"/>
                <a:cs typeface="Aptos"/>
              </a:rPr>
              <a:t>售前支持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D142A9-9D2E-4A8C-B918-DFB343AD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7339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演示素材、标书截图、参数支撑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2EBF0E-1F33-421E-AC47-205C4E29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385CDD-77D1-44A2-9864-6125104C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652313-698E-477D-ACB7-C870AFE4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768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A62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A623"/>
                </a:solidFill>
                <a:latin typeface="Aptos"/>
                <a:ea typeface="Aptos"/>
                <a:cs typeface="Aptos"/>
              </a:rPr>
              <a:t>项目沟通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7A38FEB-B176-4885-84CF-3DF93CD0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1625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客户反馈、开发协作、落地跟进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567FD2-FC49-4E4F-977F-87826ECC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05075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87CE12-82EB-4E91-A9B3-AC70A999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0507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99BBC3-8D1C-4D96-8D21-77F4E407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863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3632E8-4F80-498A-9CFC-E1438DCF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26026A-447E-45B8-9409-EF41298C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29000"/>
            <a:ext cx="190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C6912F-E6A8-4F77-8A6F-CAE2E200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86200"/>
            <a:ext cx="381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B0F637-DCE3-46DE-9A65-0A5A42EB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05250"/>
            <a:ext cx="3733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主线：UI交付 → 产品理解 → 效率沉淀</a:t>
            </a:r>
          </a:p>
        </p:txBody>
      </p:sp>
    </p:spTree>
    <p:extLst>
      <p:ext uri="{BB962C8B-B14F-4D97-AF65-F5344CB8AC3E}">
        <p14:creationId xmlns:p14="http://schemas.microsoft.com/office/powerpoint/2010/main" val="13387398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0D7808-A20B-4541-AC5C-DE7F5635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AD89C-330F-412A-BE07-60F33CE7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F3C14-F7C5-4806-98EC-BC556ED1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E3C57-23C8-4710-8DD4-84056862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EBC1D-A229-414E-BCD4-9762E06C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6A041-01FB-4292-8735-99885118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7E217-3770-4862-890C-E268AAAD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6ACF7-7C49-4358-9388-7917FD1E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CD826-04F3-4EA0-9438-20E6B569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F4E30-1BA2-456C-9FEA-2DFDC86D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58A6D-5AA0-4940-9B7D-EBF86FC6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955FEF-318C-4DA1-A399-AD52DAF7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628B5E-1D6C-41B8-829F-B44001DB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4DE52-9278-443E-A87F-1F0A398D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BCECC-434F-4D83-96C3-B23B73EC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29D60-87A3-4AC2-9846-79C39EA0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8DF5B8-3F32-44E7-A5A7-2AB45CF1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33FCE3-7A33-4D9B-B040-58B021E9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53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9FE950-9964-407B-825F-F7410ED7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39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2C2C22-6571-462E-A110-D8CBD749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9525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70EA33-F067-4957-B748-05194BE2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1811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AB17F2-21B0-4F08-92E6-4E1C3218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试用期转正述职 | UI设计师 · 产品方向培养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164346-623B-4AA0-9F9D-7596049C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0BE1C5-68FB-4BCF-8CDE-B7810A6C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重点项目：LIMS系统2.0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D03468-37CD-4639-A5B9-175A2A74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90EB47-1C0E-4A97-9183-4AFB03E9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统一桌面端与移动端体验，支撑实验流程管理和售前演示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DDD114-E598-4A19-BC64-7D769DB7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围绕实验室核心场景建立设计规范，让复杂流程更可理解、更易演示。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89F46A-95B1-490B-ADE9-420B5E5A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5143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02E779-4164-4962-B7BA-94D69089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9C3A1A-6926-4564-B136-3E3B1D2F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桌面端工作台 · LIMS 2.0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0392E9-82C1-467C-869E-F6E475A6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24150"/>
            <a:ext cx="914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7F60D6-DECF-4D4C-B91A-9053895F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956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实验流程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62A594-9F68-4BBF-BF8B-CB2C09E8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956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593765-CB94-41E6-89D3-EF8E925C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5433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E5E9F0-01DF-4DDB-8FD4-84896AF2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909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52FD89-BF04-4055-B21D-EDEFA35F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386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D7F95F-B4B0-4F28-8F3B-F941E09F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724150"/>
            <a:ext cx="914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FB2D26-5872-4E58-A158-9E8C6CBA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8956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样本管理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4EB137-93D7-4B84-A369-549C5F24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2956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9377E5-D2FC-4DFA-ADF0-B142E151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5433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F60BCF-91F1-42F3-A717-0DA02DB7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7909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B4AF4D-91F5-4742-A3C3-C54DB2BA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0386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B8519C-F536-4FCB-9944-B5B853E1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24150"/>
            <a:ext cx="914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EF688C-1E74-4DE0-968F-F34EB70D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8956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仪器预约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AE132B-D957-46EC-96E3-C2FE18CD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956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D4FC6E-4EC5-48C0-8CFB-AFE4F963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5433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EEFC3D-9DEF-4C92-B1E8-1A5CE359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7909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CE1168-1655-4DC2-960E-7EA88137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386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7E9280-1320-4BB0-8902-7BBB3710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24150"/>
            <a:ext cx="914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ED51CB-1D87-4E34-92AE-6FA2CB24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956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培训考核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1A03B8-9A56-4F1A-8F25-1A26D6D4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2956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431560A-8EAA-4689-90ED-5DF3685B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5433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10B862-9AD9-4324-BCCB-4CA84331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7909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4FE0E95-BBC4-4118-9B53-ADDD0AE8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386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E790FB0-D0AE-46B0-A3D4-720818A5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14287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16A5874-1A96-456E-970F-1D8D4E70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5ABA53-07B4-49C2-BD4A-4A353E9C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622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移动端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0C2D2B4-0F65-43B1-B6F3-952F28BF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00350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FB8D4C6-A045-46FF-B0A0-D884AE02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194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待办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BAF2A3B-D683-40C6-BFA0-FC56E7DF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28975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26B6DE6-A506-4900-AB70-E41F7CE4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4802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BAE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AE66"/>
                </a:solidFill>
                <a:latin typeface="Aptos"/>
                <a:ea typeface="Aptos"/>
                <a:cs typeface="Aptos"/>
              </a:rPr>
              <a:t>扫码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984A438-DDF6-4682-9A16-42BF5705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57600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A83E258-5FBD-419D-A44F-BF852347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审批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496C467-9C66-408E-BF5C-5961B9C8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86225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AEFEFC6-EC72-425E-A943-9E746784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消息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69C36C9-1162-4852-9A5C-77A7CE72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87D471D-B500-4F91-81DB-E36B20E3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09800"/>
            <a:ext cx="2362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设计成果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3CD4098-E1E6-4970-8AD1-EDE32785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62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E918213-C92A-4402-BA03-34E0D2A6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33B"/>
                </a:solidFill>
                <a:latin typeface="Aptos"/>
                <a:ea typeface="Aptos"/>
                <a:cs typeface="Aptos"/>
              </a:rPr>
              <a:t>建立统一颜色、按钮、表格、状态标识规范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BE7EBE8-CAAD-414A-9783-B9E74498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86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24C45FE-9D70-4843-AA99-BF0A358C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33B"/>
                </a:solidFill>
                <a:latin typeface="Aptos"/>
                <a:ea typeface="Aptos"/>
                <a:cs typeface="Aptos"/>
              </a:rPr>
              <a:t>桌面端与移动端信息层级保持一致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3A4710B-4CE5-4BEA-BCDE-A881D877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9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E484ABC-44B0-4C86-B797-380A6865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33B"/>
                </a:solidFill>
                <a:latin typeface="Aptos"/>
                <a:ea typeface="Aptos"/>
                <a:cs typeface="Aptos"/>
              </a:rPr>
              <a:t>为售前演示提供可讲清流程的界面资产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ECD8E36-B658-46A8-9CF0-5E35703C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33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65565D1-1AAB-47CA-9419-2ECCBBA7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5760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33B"/>
                </a:solidFill>
                <a:latin typeface="Aptos"/>
                <a:ea typeface="Aptos"/>
                <a:cs typeface="Aptos"/>
              </a:rPr>
              <a:t>将复杂实验环节拆解为可视化操作路径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03BC66C-4F8A-467F-9E3A-87BD1696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2925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49D3093-86EC-43B1-A5D4-E5817D22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62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5E53CF1-8572-44E4-951D-77E24C4A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62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D5D6CAA-CC99-4654-BAA6-95E8E3C1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245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申请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9C0837D-C6BA-464C-BE35-5940C6E0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2925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11B669C-6DA9-4E8E-B620-B52D35F1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562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20C47F2-B383-4333-AB43-D3966819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562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21F247D-3D95-4F21-B004-4B79EC52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245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执行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EC90E2F-467C-4FF0-9D03-58D7A1BD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2925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1B909F6-32BD-4AB8-B863-D6F03056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62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E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C245D49-2F3A-469B-95FC-DC75685F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62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64E05FD-0674-49C1-B37C-A433B251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5245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记录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7358BFF-70DC-4842-ABC8-0172128E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42925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BF7CD2B-0B69-4031-81BD-1FC152ED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62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8246EA3-0C29-4705-9529-B34C9AD7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62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D450251-1538-460C-BE93-7B92601D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归档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16718F7-A1DA-49EA-B1DD-346D2182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00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推荐图形已落地：端侧对比 + 流程图</a:t>
            </a:r>
          </a:p>
        </p:txBody>
      </p:sp>
    </p:spTree>
    <p:extLst>
      <p:ext uri="{BB962C8B-B14F-4D97-AF65-F5344CB8AC3E}">
        <p14:creationId xmlns:p14="http://schemas.microsoft.com/office/powerpoint/2010/main" val="8032529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67E7CC-1B59-4DF4-9C01-62C64EA2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14493-A883-4EC8-B464-C60DDE7B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24328-265F-41E6-9E0B-8B5F909F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7FFFC-328F-4DFB-90E3-1B2A9C65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1781B-D5F8-4697-B474-17B88968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521D2-469E-4620-992D-854C4F49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4B03A-C0FD-4F49-B721-CCF8B47B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529C8-7797-4D2A-88C5-F526FF12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62B06-14C0-429B-9522-67B5A60B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6D15E-CE67-49AC-AC5F-E059355A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EE480-738C-4F8E-B268-6CADF419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FC8E1-6EE9-4843-B6CB-11F4EB57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86F6B-A1F9-4364-A7C3-251EF0A2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D482F-BBB9-43AF-9699-C0951971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0808AC-9074-4D4E-A445-D254BBF8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73A369-F6D1-497A-85AF-BC7428A5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40719F-7848-4FAC-BE3D-9C81EB1E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A99EC2-6BF8-445A-BFE9-3943DB8F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53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793039-E751-49FD-BC7E-13EB18B6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39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D4A5BB-C16F-4C33-8B78-9B2EFAEF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9525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3F9323-DAFC-48A3-996D-E7E8C515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1811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DAB936-3465-4BCD-83AB-DD59EE7E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试用期转正述职 | UI设计师 · 产品方向培养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5F6D7B-9D00-4882-B2B4-B1DE9B60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D7B211-32B0-4544-99FE-332B51A7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重点项目：动物中心及医院项目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AACE6F-BC3A-432E-9E0F-7FE075C4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4F9682-FF3E-4F43-B3DD-39C1AC2D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多项目并行交付，覆盖管理系统、门户网站与现场终端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E09123-6FC1-4571-B045-351974F0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在不同业务形态下保持设计一致性，同时快速适配项目交付节奏。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4472D9-7634-43B9-8F49-0BE0D0B3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E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A97C0A-D284-400B-A704-B7886E98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动物中心方向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A68308-9D94-418D-89FC-46E97C16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479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A4B612-980C-4068-8795-CA5AF464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098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医院信息化方向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EE3A5E-FB25-49F9-833A-543AE474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191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D36D28-55E4-4DBB-855B-C398B71E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E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F38C64-B85E-49D3-AD4D-07A9C931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AE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AE66"/>
                </a:solidFill>
                <a:latin typeface="Aptos"/>
                <a:ea typeface="Aptos"/>
                <a:cs typeface="Aptos"/>
              </a:rPr>
              <a:t>动物中心标准版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A89119-BF8C-4BBE-9E53-36B26049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标准流程、笼位/房间管理、预约与统计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D47693-8844-4EDF-AB52-758E2DA8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4191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2A6A57-4F4D-406F-A10A-28C90862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E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0FE21C-6D64-4233-A082-438D7B43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AE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AE66"/>
                </a:solidFill>
                <a:latin typeface="Aptos"/>
                <a:ea typeface="Aptos"/>
                <a:cs typeface="Aptos"/>
              </a:rPr>
              <a:t>动物实验中心门户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985153-DFA5-4D07-8DD1-3DADCE28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门户信息发布、服务入口、对外展示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CA0676-B7D6-4EB4-AB64-7FCC346A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4191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1099C0-939A-46F0-AFDF-9CDEB8A4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E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2D3D01-A26C-45A5-BEC5-06EB7C31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10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AE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AE66"/>
                </a:solidFill>
                <a:latin typeface="Aptos"/>
                <a:ea typeface="Aptos"/>
                <a:cs typeface="Aptos"/>
              </a:rPr>
              <a:t>角色协同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C17ABF-7B4E-4A4C-831C-E4B6F436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管理员、实验人员、审核人员多视角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D82D22-1F32-44C5-B375-ABF17EC4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191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2FBE19-7956-4D50-ACC7-344E6B71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AEBDD7-95A0-4B5C-84C4-1CA51C50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194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医院LIMS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329EFA-DA46-4A93-ABE3-922A466D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8610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医院实验室流程、样本与报告管理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E25A72-A021-493B-84DE-0726625B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4191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64E5BF-C096-406A-88B4-3AEEDF93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AA7454-28D0-49CB-8FE5-06CEC9B3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147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医院官网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0AC294-7C0B-484D-8303-48080CD3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814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品牌展示、科室介绍、服务导航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CD9E22-6506-4876-A18D-3BCF1517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4191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BF3C94A-3C61-4E52-89E5-552E60EE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3CF93B-B7B7-44E0-A176-6F9E2E31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电子门牌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6E343C-1AA4-47BE-8DAE-CE49ABFD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7680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现场展示、信息同步、状态提示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1BBD11-A47B-4F43-AAFF-A53BF251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43250"/>
            <a:ext cx="952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F"/>
          </a:solidFill>
          <a:ln xmlns:a="http://schemas.openxmlformats.org/drawingml/2006/main" w="9525">
            <a:solidFill>
              <a:srgbClr val="0B2E5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92E8991-1E10-4973-AAB6-C20CB10A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9090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并行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531120E-274A-40EA-92A4-60A19C6C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52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EE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EEBFF"/>
                </a:solidFill>
                <a:latin typeface="Aptos"/>
                <a:ea typeface="Aptos"/>
                <a:cs typeface="Aptos"/>
              </a:rPr>
              <a:t>交付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D51C62-7873-4E65-8914-90BA3E1B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10125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93F484E-02AC-49BD-845E-CFE1363B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2917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统一风格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592EA1-F26E-4A25-98A0-6275CF28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625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5EA45A3-3F44-46F9-9281-E78C3C4B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816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BAE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AE66"/>
                </a:solidFill>
                <a:latin typeface="Aptos"/>
                <a:ea typeface="Aptos"/>
                <a:cs typeface="Aptos"/>
              </a:rPr>
              <a:t>快速适配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1977E1-5238-44F6-9FF2-4041BA64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价值：在业务差异较大的项目中，保持视觉秩序与体验连续性。</a:t>
            </a:r>
          </a:p>
        </p:txBody>
      </p:sp>
    </p:spTree>
    <p:extLst>
      <p:ext uri="{BB962C8B-B14F-4D97-AF65-F5344CB8AC3E}">
        <p14:creationId xmlns:p14="http://schemas.microsoft.com/office/powerpoint/2010/main" val="9638427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5B63DB-1E73-44A8-8925-6177A3C9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D064B-8CE2-4199-8F37-F005631D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02AC5-B6D5-4D31-9978-D9AE6E29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04060-7FFC-4BAB-AA3F-10C8A47D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B474B-2745-4D16-84A9-2196C4E6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41A9C-27AB-42CF-AF0D-273ED3A6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F9014-D3B1-429D-8129-28AD0BE4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E66E8-7A0D-4D78-A15F-48C49BE5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27C28-8682-4379-9B1C-2B508C72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C4F68-8BFC-44FC-94FD-BBC8A7BE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2EE48-01F1-440F-B5E1-5DEE9556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67894-BCC8-43E3-A4DA-D9346FB2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95E415-FE75-49D1-9AF6-7FEAC427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E470D-5617-4701-98D6-28D851C1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48EDC-1511-435E-AAB0-CA4E6CDD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9C608-13E7-4913-906D-5ECF9B1D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FBF273-E113-444E-9D4E-B8F6B212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84C6D-FA3A-4C78-A9A7-6B3886F5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53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B9FA5B-8271-4354-8644-E4F2088D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39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521E21-D3AD-4AF1-B8A9-00EFE2E2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9525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6AFB02-6656-41E7-83F8-46501718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1811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98E6D7-C7D0-4320-B133-B3CBC410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试用期转正述职 | UI设计师 · 产品方向培养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A6716F-8F41-44CF-9576-4CC146A3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10A5F4-2C8B-4A16-8DA3-02E17FB8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硬件设备与控制系统设计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8661A0-63D6-40DA-B332-06581F1E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2BD85-94BA-456F-BC37-3B3F39F7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形成软硬件一体化设计经验，降低屏幕落地偏差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CD1169-C7FE-4CC8-9D47-05F2EE48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在小尺寸屏、控制器和设备管理系统中兼顾信息密度、操作效率与现场可用性。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C8DF5E-C392-4077-AA1D-E56BE367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1695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D830FE-0CDE-4BF3-B640-0F54AFBC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2476A9-9D66-4884-B606-E508F3CA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人脸识别控制器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AEF5B7-609F-47F5-AFB0-D0EFD09C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E6AC50-C14D-413F-9D6B-A1788512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识别状态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17FDB0-041E-4E5E-BF85-8A489D1C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65F428-524F-40B3-8943-1A90A9D9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909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权限提示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773449-240A-4E93-849B-F94FE283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76C2DB-3707-4CF4-AFE4-B5569236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异常反馈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9BD947-BD37-4ADA-84DD-C49420ED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47900"/>
            <a:ext cx="21526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8AF16D-1AEA-4AF0-831F-672A5A33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4790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E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1D4A9B-1EA0-4A39-A39C-9B29B53D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669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危化品柜管理系统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E6017D-9B6F-4A64-9144-6667FC13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622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86B454-BE81-4BE2-B158-015FF549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BAE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AE66"/>
                </a:solidFill>
                <a:latin typeface="Aptos"/>
                <a:ea typeface="Aptos"/>
                <a:cs typeface="Aptos"/>
              </a:rPr>
              <a:t>库存管理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A20052-F7AC-4C34-8B66-23E38687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813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C8FE8E-779A-46BB-B3E9-4ADBCE08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004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领用审批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84F6AE-C372-4E1A-92AE-01A23F72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004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A92C38-008F-41FA-B040-B2D21351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195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安全记录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AB43AC-8152-43C1-852B-1D1FC007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71750"/>
            <a:ext cx="16954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FBB956-3840-49DB-A5D5-3F4A1AB8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717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D6DF75-2E0E-49FA-8450-68C68B30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9080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四/五英寸控制屏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5D71B8-4A0B-4B7E-B4D1-5CDF35BC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0ED67C-7313-46B4-9A62-AA710BC0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051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B8D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2B8D7"/>
                </a:solidFill>
                <a:latin typeface="Aptos"/>
                <a:ea typeface="Aptos"/>
                <a:cs typeface="Aptos"/>
              </a:rPr>
              <a:t>小屏布局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08B52A-D5D6-4633-B742-31BD9F9F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052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B36392-62D2-4E10-885E-EAA3C3BA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242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触控热区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D31A9C-8584-4384-8BF2-DB66FE34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243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64C1CF-E0B4-4526-B831-DB9C2AF6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433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状态清晰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DDF6C2-B45E-479D-92CD-F6F54BE5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22288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A71DEAB-2667-4CE0-BC2B-EC370010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2188CC-F8C4-450B-A4B1-07AC81BD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售货机系统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D61139E-84A6-43C5-B11A-A9BCA3B0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477CF5-453A-4908-A56C-8BDEA161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003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A7C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7CEB"/>
                </a:solidFill>
                <a:latin typeface="Aptos"/>
                <a:ea typeface="Aptos"/>
                <a:cs typeface="Aptos"/>
              </a:rPr>
              <a:t>商品选择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AEE8417-6BD2-42B4-BDE5-A9BBDD18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00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B652981-88AB-46BC-8C3F-13D9E016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194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支付流程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22D18F5-BE7E-4421-8F70-052BEF45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195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12AD38-C579-49FA-A425-55B9E068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385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补货管理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459B079-1F45-4492-975B-D1D06265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F2F1D97-67F6-46CE-8C12-045CA1AF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197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落地关注点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4AB6119-0912-48CD-AD5C-9EEF5143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387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418BB61-6139-458C-AA0B-0EE90A35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硬件尺寸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311AA90-F0C8-404C-868F-C0062A29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438775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A651565-692C-4C50-84D5-2B4A952A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2387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BA1F4B6-7207-478B-BD0D-2849486D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340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B8D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B8D7"/>
                </a:solidFill>
                <a:latin typeface="Aptos"/>
                <a:ea typeface="Aptos"/>
                <a:cs typeface="Aptos"/>
              </a:rPr>
              <a:t>触控距离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A2C385C-615E-4E44-B22B-9DC9D11F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438775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800F955-B559-4CB9-BBFC-29F13E97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387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8E4EE37-495B-4DF7-A6FC-50748C91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340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状态反馈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359FA0E-7040-4A6C-9652-E45BD64D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38775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5469E53-8C86-4ACF-8233-42587F46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387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45274D6-EDD4-49F2-88DE-5FB2A0B7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3340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B8D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B8D7"/>
                </a:solidFill>
                <a:latin typeface="Aptos"/>
                <a:ea typeface="Aptos"/>
                <a:cs typeface="Aptos"/>
              </a:rPr>
              <a:t>真机测试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4A2092D-B97C-4304-B3F8-5AD17B73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438775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573AD07-F460-4AA2-A483-2756C39E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387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7D8E861-1B78-4005-B019-3CB1B94A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340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开发评审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2C242CD-45DD-4578-8742-B9F3F318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674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价值：让UI设计从视觉稿延伸到硬件约束、开发实现与现场体验闭环。</a:t>
            </a:r>
          </a:p>
        </p:txBody>
      </p:sp>
    </p:spTree>
    <p:extLst>
      <p:ext uri="{BB962C8B-B14F-4D97-AF65-F5344CB8AC3E}">
        <p14:creationId xmlns:p14="http://schemas.microsoft.com/office/powerpoint/2010/main" val="3446149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727286-A62A-4990-B636-661653B6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EFE22-5306-43A4-86D2-F799850B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BCF29-8061-4885-9F07-BF556708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6A7AE-53C4-43A0-8759-E0A99034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F1897-A07B-4468-A904-3B7037D2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7BC21-02F0-4967-B97F-2C970D91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9145D-8CA2-4E6B-B4A1-C819AC19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23FA8-1C7C-4266-B94B-1E19236D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5791F-D2BF-4F27-A9E3-95406F2F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9CBC3-A205-4F01-BD00-3801F34E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648FF-06F1-4443-83C6-2E11EB4C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A8957-FCF7-4077-B260-9B303D6E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C84E6-5E76-4B02-8D09-DD41C89B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1FBFB-48D6-435A-BA34-1335E056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DB176-86A7-43B8-AEEC-2EEE44AB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B9D47-75F8-4A01-905A-53A654FB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B06450-00F2-4AC8-B903-5F7E4EDD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78B8DC-4708-496E-9378-8DAF0EE9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53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5362A-BB94-4F58-A50F-B2E1988F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39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FD043E-7E39-401F-B59E-914780E8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9525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B31329-257C-4C85-8E78-E16B2B25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1811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5CDE33-4635-4915-8BA4-9A675568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试用期转正述职 | UI设计师 · 产品方向培养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F00EE8-4C0C-4634-8739-5598AED6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308349-1978-4AB4-882A-3D624A34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设计体系建设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AD0075-7E97-4E53-89F7-0BE30493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BE3562-3D34-4445-9708-29827D12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公司级UI组件库把一次性设计转化为长期复用资产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9488BC-8208-4309-9745-9825ACCB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沉淀颜色、字体、按钮、表单与网站设计规范，提升协作效率并降低重复成本。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A01C11-7B0F-4CC0-8E04-FC6E1AB6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F"/>
          </a:solidFill>
          <a:ln xmlns:a="http://schemas.openxmlformats.org/drawingml/2006/main" w="9525">
            <a:solidFill>
              <a:srgbClr val="0B2E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EE62EB-C5D9-4D15-AB8D-250FBFF0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UI组件库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406EC4-90EA-4326-8528-AABB09AA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90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EA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FEAFF"/>
                </a:solidFill>
                <a:latin typeface="Aptos"/>
                <a:ea typeface="Aptos"/>
                <a:cs typeface="Aptos"/>
              </a:rPr>
              <a:t>Design Tokens / Components / Guidelines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7E4884-D9EE-4EF6-AD93-3A6C8114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F623A9-715F-4DBF-9DA4-E1BE9BFC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24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A9781A-5C61-47E6-BC01-32CBC82D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24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E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58C3AB-6228-4562-B885-925A83AF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24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4637B2-1E9E-4F8B-B966-FABEBDF4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24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A56164-18D4-4A6D-9E8E-85E94B51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24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00A5D0-ECD7-4188-9F8A-2D113DDB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C47C0A-F967-48F5-B6FC-3C849316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767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按钮组件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944707-D1D7-43B2-BB3F-3D0BB2DC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3D8C6F-5C7D-46E4-B6C2-0DB1F236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BAE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AE66"/>
                </a:solidFill>
                <a:latin typeface="Aptos"/>
                <a:ea typeface="Aptos"/>
                <a:cs typeface="Aptos"/>
              </a:rPr>
              <a:t>表单组件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6DE704-8CDD-42F1-B044-A8895FFA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E20546-79BC-45CE-9B33-4E0450F0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4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表格状态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121340-B032-4C9C-809E-70FE6DD1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C60B67-1EE8-4D94-98E5-11E679E0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网站规范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0F45F3-1E3F-4F9F-B45F-CA5248B5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0505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55E8BD-F154-4F5B-8418-B19E98AD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669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规范内容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DED80C-A5D4-4138-B3BE-53B66FE9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432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CD8C70-6329-4659-9F93-C4376E4B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194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颜色体系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9B8440-E5D8-4D72-8037-33F283F1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4800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主色、辅助色、状态色、背景层级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D1FA42-1CFD-40A4-8F96-F89B0C45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432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38B09B-A2D5-4A88-B5A5-7D0CBF22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194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AE6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AE66"/>
                </a:solidFill>
                <a:latin typeface="Aptos"/>
                <a:ea typeface="Aptos"/>
                <a:cs typeface="Aptos"/>
              </a:rPr>
              <a:t>字体体系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A42706-25F6-46AA-84C1-AFC54316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4800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标题、正文、标签、数字信息层级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6E1684-23AB-4D41-9F96-6B1795F4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242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C71F626-7B72-4C88-9AAA-A7A77A95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004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按钮组件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785051-A1E9-4ACC-B321-BD892F7C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290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主按钮、次按钮、危险操作与禁用态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2F17D8D-9016-4658-97F9-83895713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4EF39F-625F-4402-BCBB-B731A14B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AE6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AE66"/>
                </a:solidFill>
                <a:latin typeface="Aptos"/>
                <a:ea typeface="Aptos"/>
                <a:cs typeface="Aptos"/>
              </a:rPr>
              <a:t>表单组件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3B09E0F-369C-4391-A12D-D75F3D25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290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输入、选择、校验、提示与错误状态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26F517B-FCE0-4798-897D-053CC5B2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053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4308B51-AC2A-46C2-8076-C7951034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815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网站设计规范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DCD5486-7BDD-403B-B6EA-AAAC1436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1010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门户、官网、落地页视觉与模块规则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9A2A5E9-9B5F-44C5-ACA2-637715D0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57800"/>
            <a:ext cx="552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B"/>
          </a:solidFill>
          <a:ln xmlns:a="http://schemas.openxmlformats.org/drawingml/2006/main" w="9525">
            <a:solidFill>
              <a:srgbClr val="B8E8F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D941C1D-769A-4A7B-98D4-86CAF44C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4102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设计复用效率提升  ·  重复设计成本降低  ·  交付一致性增强</a:t>
            </a:r>
          </a:p>
        </p:txBody>
      </p:sp>
    </p:spTree>
    <p:extLst>
      <p:ext uri="{BB962C8B-B14F-4D97-AF65-F5344CB8AC3E}">
        <p14:creationId xmlns:p14="http://schemas.microsoft.com/office/powerpoint/2010/main" val="2325824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F18381-1A57-48DB-81BF-8CC4F7AB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07979-4736-40E8-B28E-7CB842C0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BF358-EFAA-494F-9CAF-FCAD1BE3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5DEF9-8C2F-4BB9-B350-9EF1FC34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A24C9-C75D-4ABA-B8B5-7181DC87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92B63-A108-4CFA-99EB-9F466940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727B8-17F3-4768-984C-459C158B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7BC15-AD17-48FC-AD84-45FA0E8D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5826E-6B6A-49E2-9B30-E1F3A4C8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B886D-A867-44B0-A8BC-5E323588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FBA14-831C-427D-B5E5-CD6F9739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FD952-39B4-4D47-9194-59490C10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A1F42-8260-4A2C-91C2-B8A53865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65BD54-C424-43D5-8555-E1B6051D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891E2-E064-45A8-8A53-ED516BC7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4438A-B4F0-4EBD-AB11-61424CA3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154074-3BB0-4386-BBCE-2DD35787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EB6C57-9069-470B-9FF6-18C713BC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53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3C7620-F1F3-42A3-AB66-77781EE5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39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54D9D2-7024-4BEE-9709-CBDA6969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9525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381D09-738F-4284-AB26-B03B900F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1811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1E8AF0-2B5B-4890-904F-7083A194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试用期转正述职 | UI设计师 · 产品方向培养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05A74C-FBF6-4E0F-AEF9-68C9C695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BBB90B-9BD9-4BF3-9376-482AB8CC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售前支持与项目协同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1F362D-CE9F-4032-9E99-2899A7F4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D80D56-EAD4-4180-9F57-D6BF282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设计工作向业务前端延伸，提升方案表达与客户理解效率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1CB243-07B6-4EE2-BAB5-8F49C5F8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参与标书、参数截图、演示视频、培训支持，让设计资产服务成交与交付。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F01AF5-E0BA-4C7D-8464-3FDA8616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F22E1F-70EE-4517-8F0A-C5BC5FF7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346851-866C-455D-BBDE-2995C63A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标书支持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45C700-FE58-4EED-B19D-596EB0F8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配合功能点展示与系统截图整理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B6A095-3844-4343-AF01-0D6E1924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95625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5A0DFA-09F5-4D4F-B82D-4D088153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1146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5F7774-1E71-4F5D-BCC5-41841B2E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BC167B-FE56-46FE-AD83-816FFCA1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E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8F6B5A-BAFE-4FC6-A2AB-09986BC7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813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BAE6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BAE66"/>
                </a:solidFill>
                <a:latin typeface="Aptos"/>
                <a:ea typeface="Aptos"/>
                <a:cs typeface="Aptos"/>
              </a:rPr>
              <a:t>参数截图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0D4A93-7E02-427E-84F1-FBE011B9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194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按清单匹配页面与功能证据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4A61CE-31F7-4844-95B9-4A1BC88A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95625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AE635A-5EA0-4FFE-A557-EC7CCF5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1146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DD7FBE-F671-4183-8BF3-0D2AF60C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EDD4CD-3BFB-49C8-BD99-0319FC5A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ABCBF9-3514-43A5-888E-6E7464E2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813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B8D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B8D7"/>
                </a:solidFill>
                <a:latin typeface="Aptos"/>
                <a:ea typeface="Aptos"/>
                <a:cs typeface="Aptos"/>
              </a:rPr>
              <a:t>演示视频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B10A91-7038-4862-835F-5168EA60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把复杂流程转成可观看的操作路径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F5D2E3-DC01-4389-A7F4-65B6B7FA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443946-E1E6-4AA3-84B1-06BCF8AA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1146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481D4B-C68F-4A12-9954-FA8BB7D5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96E261-817B-4076-9F1F-4173A4DB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8861E16-7B56-4F50-92A4-85829084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813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A7C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A7CEB"/>
                </a:solidFill>
                <a:latin typeface="Aptos"/>
                <a:ea typeface="Aptos"/>
                <a:cs typeface="Aptos"/>
              </a:rPr>
              <a:t>客户培训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76CDC6-CC4C-44AA-AA35-91A77F3A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194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辅助讲解系统功能与现场问题反馈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89FC97B-34DB-45A4-8C7E-6B1A09F9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4F00EF-15B4-4D4E-B9B1-4C8A9C39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协同链路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DB77F8-C9FE-42F2-8919-BED56DB3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291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6648F8-0C90-4CCE-BECD-848116C1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482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销售/售前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E48F9AC-E343-4601-B7D5-CDF60B66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91075"/>
            <a:ext cx="54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471BD2-23A3-4F5F-95AF-E1B99E9C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6291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4A8D33-8650-439B-8866-38424B57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6482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BAE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AE66"/>
                </a:solidFill>
                <a:latin typeface="Aptos"/>
                <a:ea typeface="Aptos"/>
                <a:cs typeface="Aptos"/>
              </a:rPr>
              <a:t>产品/设计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04CA99A-1CCF-4300-BA99-9BF51D31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791075"/>
            <a:ext cx="54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D8A6875-F914-4E5A-858B-95BA4FCB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A26993-3D81-48C8-AB14-AD47FB77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482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开发/测试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91AC836-4B42-4CC3-BD7F-D1B921C9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91075"/>
            <a:ext cx="54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5FCE001-9699-44AA-9C6A-F7E6C73B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291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C47E174-9766-4162-9864-951F27B5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482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客户现场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9549408-B03F-45C0-BF8F-0C9DA70B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904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价值：将设计产出变成可复用的业务表达材料，减少沟通成本，增强方案可信度。</a:t>
            </a:r>
          </a:p>
        </p:txBody>
      </p:sp>
    </p:spTree>
    <p:extLst>
      <p:ext uri="{BB962C8B-B14F-4D97-AF65-F5344CB8AC3E}">
        <p14:creationId xmlns:p14="http://schemas.microsoft.com/office/powerpoint/2010/main" val="5679896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04A6C7-B982-45F5-B994-2C284995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79FDF-EE3D-46DF-B6F1-18F9DAAF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A3869-3DF9-4BBB-9ABA-1E9DFABC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D29D0-6A6D-4F17-840A-3B8BD0AE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38767-D85C-42B1-94C1-220E7607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B9AC3-05C5-4A3A-9C32-70E07E4F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711C7-270B-43CF-94B1-37E9EC4F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7AF5F-460B-4CA9-A08E-E295978C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79C90-A2FD-40F4-B75C-67A8AE7A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5065E-1055-4695-A819-E56C83C5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79E24-071B-4B0B-A85C-AF7C9CF1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14E59-159C-4DD2-BE08-D710BD6D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711779-B12C-43C6-A16C-F2301495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5254C0-7683-40B6-BF74-5EBF6402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AB160-0A62-4E2D-82E6-B1463A72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A2783-8383-465E-9289-E82E242C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D31B91-386D-43F4-A356-A0785D45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8E04F-6DF9-40FE-AE8F-372C6143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53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558E9-063B-47EC-A058-60182F5C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39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0B9E11-C8FD-4FE2-964A-69759A54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9525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692232-4517-4250-951E-5F57A095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1811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547FE1-D960-400E-9D44-9A660211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试用期转正述职 | UI设计师 · 产品方向培养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F4CFD7-4B17-48DC-8E1A-2C7965E7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6B58D6-0220-443F-AA0B-7C2ED1C9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问题发现与优化方案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F6F80E-6ACC-4939-9697-DEF58E05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5B50CD-602F-4E65-B410-1EB2891A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把重复问题转化为流程资产，是下一阶段效率提升的关键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F58439-6DA8-4630-91F6-C190DCBD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采用“问题-原因-方案”结构，聚焦可落地机制。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5BF2A1-699C-4198-B8C4-F35B280E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252"/>
          </a:solidFill>
          <a:ln xmlns:a="http://schemas.openxmlformats.org/drawingml/2006/main" w="9525">
            <a:solidFill>
              <a:srgbClr val="E052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A4B63E-22EC-4853-802C-99713615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问题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F5E4EF-C5EB-4EC7-849B-15EC3E69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002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623"/>
          </a:solidFill>
          <a:ln xmlns:a="http://schemas.openxmlformats.org/drawingml/2006/main" w="9525">
            <a:solidFill>
              <a:srgbClr val="F6A62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AA3EC8-67E9-46E4-9ABE-7AFFEA99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764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原因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857262-34D0-418B-A5A3-051E7921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E66"/>
          </a:solidFill>
          <a:ln xmlns:a="http://schemas.openxmlformats.org/drawingml/2006/main" w="9525">
            <a:solidFill>
              <a:srgbClr val="2BAE6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176348-2AF8-410B-A344-B1469591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优化方案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458132-1A8C-4C61-922A-7CAA324C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DACCD3-8AAE-43AB-A7AF-5071C389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标书截图重复劳动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882761-B6F7-4071-BE9F-A6F841A3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5270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40EDCB-FD17-4413-AF8A-34F41AD4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86050"/>
            <a:ext cx="2552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功能点分散，截图命名与参数要求缺少统一映射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6D6E60-58B4-4187-91EB-7E8B2419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52700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F8"/>
          </a:solidFill>
          <a:ln xmlns:a="http://schemas.openxmlformats.org/drawingml/2006/main" w="9525">
            <a:solidFill>
              <a:srgbClr val="2BAE6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1448CE-E5BF-4D4A-BCA5-D543E7FA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860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BAE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AE66"/>
                </a:solidFill>
                <a:latin typeface="Aptos"/>
                <a:ea typeface="Aptos"/>
                <a:cs typeface="Aptos"/>
              </a:rPr>
              <a:t>建立功能截图资源库、参数映射表，并探索AI辅助匹配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2D4A6F-BB09-45A1-8422-333A53A4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7A8EBC-65A5-4223-8D3B-31411B4E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719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硬件屏幕设计落地偏差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749C54-577B-4C34-97D3-34F04629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0045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3021D3-47D1-4F7A-98D3-558CC318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33800"/>
            <a:ext cx="2552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屏幕尺寸、控件间距、硬件限制在设计前确认不足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DCD483-0FFA-45FC-9F6D-24E6B28E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00450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C343B1-6BDA-42CB-A93C-47CD3E0C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3380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形成硬件设计检查清单、开发前联合评审与真机测试机制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DDF2B5-9E67-46BB-A330-82A00C82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EA91A3-0D49-40C3-880F-A3F23296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客户培训与售中支持重复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A25F99-4F7E-41BB-93DA-635E1AD7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4820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9C4CAE-3368-4153-8A31-6FD81F4B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81550"/>
            <a:ext cx="2552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常见问题未沉淀，培训材料和答疑口径复用不足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8005DD-405B-4C8B-AD8F-5AE612B0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48200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210E4F-9C17-4A03-8479-7A9ED422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815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建设知识库、FAQ、操作视频库与问题分类机制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49E671-4530-45BE-95CB-5B478685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24550"/>
            <a:ext cx="914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汇报重点：不止指出问题，更提出资源库、评审机制、知识库三类可持续方案。</a:t>
            </a:r>
          </a:p>
        </p:txBody>
      </p:sp>
    </p:spTree>
    <p:extLst>
      <p:ext uri="{BB962C8B-B14F-4D97-AF65-F5344CB8AC3E}">
        <p14:creationId xmlns:p14="http://schemas.microsoft.com/office/powerpoint/2010/main" val="17665330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AC7393-1686-4C0D-8244-AD84C53D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19E85-9F1D-4DA9-BF97-4DFB4ECD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2C99B-FECC-4AD7-BDBF-512D7FAF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A5D71-7033-4247-9B14-AF0B285A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5EC93-B9B3-4B4B-B323-2575955E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25B73-386F-4187-881F-1A9D1575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B2C11-0A0D-44E7-8746-C1F8E3EF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CA938-BBA1-4F63-AC23-B25CA131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6C8B2-BE08-4A3E-8096-D5CAF8B7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58576-538B-4145-A927-DD9CFC28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5CCE6-73D7-43C5-8DB8-131B7C9D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2FE3E-2111-4343-B807-9293F85D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D5CCB-3EDD-4C6B-9777-54F26154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4CC9E5-29E8-4893-817C-93E8F061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04861-C3A3-4EC4-9EE2-4839617A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C6156-B815-4E5E-943E-AC3B7CF0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D0BC7-6C5B-4277-AE1B-7E224E3F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C9F6C-80DD-42EC-ACC1-7E54B8D7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53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B4FE06-EC07-4DC3-B163-1A5211FA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39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330F8B-072D-4975-8070-A1EFA480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9525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C7B728-9C57-4F6D-B35C-15E93AEA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1811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9046C9-41D2-4B06-ACD0-F4F5183A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试用期转正述职 | UI设计师 · 产品方向培养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56AAA-3C83-4BB5-912E-69CB1553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F652F0-C754-490D-AD09-A3707915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个人成长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1DA16B-5AE8-41DD-B3CA-AB003AB3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427D64-4396-4961-ADD7-AF8ECC1B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从设计思维走向产品思维，能力边界持续扩展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0DC3F5-3EB2-4EE8-99FC-2100FF7F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成长不只体现在设计工具熟练度，更体现在业务理解、客户沟通和流程优化意识。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09DC22-2522-4CF4-90C5-795CF134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33800"/>
            <a:ext cx="895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531E54-8C74-4B3C-936E-70779345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FC78DA-CB34-4795-A0D7-71A2C86C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C543F2-F4D2-4468-A41D-D36ED5DB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1562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0094EC-F9D2-4450-AE28-985C2D1F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设计思维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1CFDCE-4923-4683-98B5-2362DFD7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关注视觉一致与操作体验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B3F74C-13D7-44FD-B45C-B294A980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24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C9EDCB-0227-422E-8958-55BB921F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523ACC-05CA-48B0-8E2B-266A3DD6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00550"/>
            <a:ext cx="1562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6F8F18-6226-4F7B-80B7-9CECE2B3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1485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B8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B8D7"/>
                </a:solidFill>
                <a:latin typeface="Aptos"/>
                <a:ea typeface="Aptos"/>
                <a:cs typeface="Aptos"/>
              </a:rPr>
              <a:t>业务场景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6D926C-AD25-4F16-8BB1-586AC062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1965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理解实验室/医疗项目流程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9BACB3-60BB-4EE1-BBC3-B903523E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E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58ADF3-C8B4-44F1-A308-4CB4FA26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17CF5E-1DEA-4071-A07F-AFB23CFF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43150"/>
            <a:ext cx="1562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E5AC03-1DB0-438F-9010-E660947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5745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AE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AE66"/>
                </a:solidFill>
                <a:latin typeface="Aptos"/>
                <a:ea typeface="Aptos"/>
                <a:cs typeface="Aptos"/>
              </a:rPr>
              <a:t>需求理解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6C9138-2068-490B-8AB3-F5F27B8B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6225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从页面需求追问功能目标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FF886E-1DA7-46AF-BC5F-DDB5C319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45FE18-73B3-4357-9DA0-FF508E79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E0EDBD-414F-4F04-970A-EE2434B5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00550"/>
            <a:ext cx="1562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65F342-4A11-4B03-8F39-D8929D40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1485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A7C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A7CEB"/>
                </a:solidFill>
                <a:latin typeface="Aptos"/>
                <a:ea typeface="Aptos"/>
                <a:cs typeface="Aptos"/>
              </a:rPr>
              <a:t>客户沟通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EAB3440-856D-4372-B118-DB52AC9E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1965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理解培训、售前和反馈语言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6C3BBD-7CAF-4FBE-A614-23C5713C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A2E182-275C-4CA0-A1BA-B0A07045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385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E7F813-7699-4D03-85C0-86B2AAD6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43150"/>
            <a:ext cx="1562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BE7CE1-FA2C-4B22-BCFB-5451A1F1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5745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A62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A623"/>
                </a:solidFill>
                <a:latin typeface="Aptos"/>
                <a:ea typeface="Aptos"/>
                <a:cs typeface="Aptos"/>
              </a:rPr>
              <a:t>跨团队协作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024E6C-A133-4C3D-A97A-079905C8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6225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与产品、开发、销售协同推进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EDC738-067B-4AD8-964C-A88B6666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24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1A56E7-F4AA-494F-B77C-A37DF0B4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385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F2C898-1D5F-441C-A5C4-9926803D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00550"/>
            <a:ext cx="1562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BB7F5B1-8AB0-4C7D-A9CB-6A9F34CA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1485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E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2E5F"/>
                </a:solidFill>
                <a:latin typeface="Aptos"/>
                <a:ea typeface="Aptos"/>
                <a:cs typeface="Aptos"/>
              </a:rPr>
              <a:t>流程优化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A90C87-97C4-45B7-AA95-815B1F72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81965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把重复问题沉淀为机制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BDB0BAF-4ED6-4F2D-A150-F21EC85E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C8DE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1B3D61E-6D26-4899-8971-D823B3F0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952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成长主线：从“我如何把界面做好”转向“设计如何帮助产品更清晰、项目更高效”。</a:t>
            </a:r>
          </a:p>
        </p:txBody>
      </p:sp>
    </p:spTree>
    <p:extLst>
      <p:ext uri="{BB962C8B-B14F-4D97-AF65-F5344CB8AC3E}">
        <p14:creationId xmlns:p14="http://schemas.microsoft.com/office/powerpoint/2010/main" val="143018732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4F53BA-C147-4951-9C45-1F52A599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09BCE-6377-4420-8DB5-28413CD0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DEE25-174B-454F-874D-7E61ECD7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02F83-D05F-4BD8-B2B0-C91E7829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3F89F-E737-4CDD-A686-C0A318EE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884B1-C794-46C9-A123-92597AC9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F9F78-C371-4200-88C0-D383A59A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7A3E1-4B8F-46E5-A965-C946AFCE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AF946-A9B7-4368-8CAC-0D2C6DD3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303B8-4754-4986-BC30-0FFE73F4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1D6D5-DF31-4385-9E83-CE113AA2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51CB7-4C3F-462C-8917-96259110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99159A-260E-4229-8BB8-F99BCD9C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E6584-1A76-4568-BB51-915C0111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68479-2521-455E-9FD1-88186505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A8E31-79C9-42E6-9218-54155C50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857716-3BD9-41FB-965D-FADC62F3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8DD291-50F5-45DE-BCB8-5B2B537F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53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57E9D8-97BB-482B-A9C8-B9287629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39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2332B7-8FD3-40FB-BADA-8E3204C2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9525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0AC78A-4F26-402E-85E9-19514234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1811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3CEFD1-4B3A-47AF-9925-916C01AC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试用期转正述职 | UI设计师 · 产品方向培养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63A84-282A-4452-9EC1-0C85FC9E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0AFE4F-C73C-44B6-82EF-F99A5A94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工作价值总结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1FDC4A-0147-4A92-AF89-214F4E54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77E8E1-02B9-43ED-A520-677A6E83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试用期贡献不仅是界面产出，也包括效率、协作与标准化推动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6B7C0D-DC38-4562-A0B4-FBD1EE26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用四类价值概括阶段性贡献，并为未来产品方向成长打基础。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F5F7AE-827D-4D32-AB10-DC1B76E9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71750"/>
            <a:ext cx="3333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F"/>
          </a:solidFill>
          <a:ln xmlns:a="http://schemas.openxmlformats.org/drawingml/2006/main" w="9525">
            <a:solidFill>
              <a:srgbClr val="0B2E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D97539-2A99-403C-8799-B22084B2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设计不仅完成页面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1A8FC0-D3C1-4E44-B28E-ACA8FC70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0040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EE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EEBFF"/>
                </a:solidFill>
                <a:latin typeface="Aptos"/>
                <a:ea typeface="Aptos"/>
                <a:cs typeface="Aptos"/>
              </a:rPr>
              <a:t>也推动团队效率提升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BA5034-6CB7-4F75-A28B-9FE500A9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08E28B-AF30-4AE9-B2FA-CAAC1B88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62E75B-A785-47ED-AF24-443DFD2C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项目交付价值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CA9BED-D500-4874-B504-16F93208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支撑多项目并行，完成桌面端、移动端、门户与硬件屏设计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CB0A8E-EEDD-43FB-AE28-132AB7F7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E989A7-05E0-4803-9974-578C59DC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E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4C206B-C75F-42FA-B27B-F973CEC0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AE6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AE66"/>
                </a:solidFill>
                <a:latin typeface="Aptos"/>
                <a:ea typeface="Aptos"/>
                <a:cs typeface="Aptos"/>
              </a:rPr>
              <a:t>设计规范价值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6B5ED1-936B-4815-B241-56E37E2F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沉淀组件库和设计规范，提升一致性与复用效率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4568F8-DB0C-4D8B-9BFF-1CAA452B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BE4ADA-E0CF-4AAC-AF63-CD6273A0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FDD4A0-FD8B-47AC-92B8-FE9152D4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B8D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B8D7"/>
                </a:solidFill>
                <a:latin typeface="Aptos"/>
                <a:ea typeface="Aptos"/>
                <a:cs typeface="Aptos"/>
              </a:rPr>
              <a:t>协作支持价值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BAD824-6141-4D47-A2A7-4BE6B50B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参与售前、标书、演示和培训，增强业务表达能力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5E59BC-D99F-40CA-AA27-96BB25E1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9580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F38F63-DC81-41B8-B4CC-D44B5945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958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391D49-2C31-41CE-B762-5D6D9CEB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A7C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A7CEB"/>
                </a:solidFill>
                <a:latin typeface="Aptos"/>
                <a:ea typeface="Aptos"/>
                <a:cs typeface="Aptos"/>
              </a:rPr>
              <a:t>流程优化价值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2BFEFA-F544-498D-BA5D-1E22106E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530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识别重复劳动与落地偏差，提出资源库和评审机制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2B730D-C48F-499C-8012-FAF6F963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B5403B8-68C6-4096-91D3-915DD144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3053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交付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EDF04D-BC30-48D7-AA35-D911B13F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86250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1409CE-7809-47F4-B9E6-BFE814D5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053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BAE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AE66"/>
                </a:solidFill>
                <a:latin typeface="Aptos"/>
                <a:ea typeface="Aptos"/>
                <a:cs typeface="Aptos"/>
              </a:rPr>
              <a:t>规范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6CDFDB8-F5D8-4A4A-9B73-838BD4E6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86250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2184D6-B6EF-415D-8F6C-34021866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053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B8D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2B8D7"/>
                </a:solidFill>
                <a:latin typeface="Aptos"/>
                <a:ea typeface="Aptos"/>
                <a:cs typeface="Aptos"/>
              </a:rPr>
              <a:t>协同</a:t>
            </a:r>
          </a:p>
        </p:txBody>
      </p:sp>
    </p:spTree>
    <p:extLst>
      <p:ext uri="{BB962C8B-B14F-4D97-AF65-F5344CB8AC3E}">
        <p14:creationId xmlns:p14="http://schemas.microsoft.com/office/powerpoint/2010/main" val="210792358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0FA702-B938-493E-9F01-ACB86E1C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E5E16-0A1C-42E9-8EC5-66B4F248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DA710-BF0C-4719-BB64-95769D0B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450A5-D568-492B-8C26-3B452083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D08AA-36AF-42B7-8F1C-0A9D182B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9523F-D047-4BEA-89AF-46BE5EB1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95B82-8825-45E4-B908-F573491D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10DE0-4E49-4419-8956-FE4B530B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3F498-7665-4B1D-A260-94D2B977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F7F58-D075-4F00-8D92-2150D52C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AA57C-6061-47A0-9037-8719CAAF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D9E7C-2A1F-4088-B7CC-BFD82B5E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F0131B-053C-48FD-8DD6-F2570EC8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A3062-C841-4C0F-8899-A15F8CFF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101F5-F171-4996-A767-44C17EC0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5AEE37-044B-4802-B951-12F31CAD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4DD04-FE0B-4923-BFB7-87F0DD0C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72E8C-86DC-4C66-8F6F-72FD5F61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53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F861DB-9941-497E-AACB-9360CDE9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39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7F2A5C-5D02-4E23-823F-EF189735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9525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6B360-4CFE-4242-8589-8493BFE1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1811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480627-5B5F-4AB1-99D8-AC8CE5F5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试用期转正述职 | UI设计师 · 产品方向培养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C25E1A-2D02-4BCB-8DC7-AD2ECFEF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29BEC5-6B1A-4CBB-B9F6-9F945938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未来规划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0D526A-A1AE-4AAA-ADAD-8A356393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0E2566-3A19-44ED-A05A-FB5E0B52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未来一年聚焦产品能力深化、体验优化与知识资产建设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140DB6-83BB-4376-B31F-926829A3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以路线图形式明确下一阶段目标，让个人成长与团队效率提升同向。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B9382F-6D8D-4F9B-A03A-C3597D4A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649397-B93F-422F-880F-CA19D4E3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004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CE81BC-93C4-4B1D-9D47-25158892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147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B1F516-6327-42A2-AE9B-044FB3E3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4A0EAA-687A-4D03-AD6E-BE28528D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00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深化产品能力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72EF4B-2D7C-4FA7-947C-5F05218F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529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参与需求拆解、用户流程梳理与方案评审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C70594-FCBA-4998-B2D7-983A1DCF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2004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E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C9F2CD-DAC6-4986-BAF9-E5C46386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3147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6A7782-6391-4238-932B-578EAFF4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00500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041D00-9B75-4018-A7A3-628A0D54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2100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AE6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AE66"/>
                </a:solidFill>
                <a:latin typeface="Aptos"/>
                <a:ea typeface="Aptos"/>
                <a:cs typeface="Aptos"/>
              </a:rPr>
              <a:t>优化LIMS体验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7464F3-6415-432F-9648-4E65C222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5529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围绕样本、仪器、培训等高频流程做体验复盘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F91024-3CB2-4D08-A05F-7F50D8FA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004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81B191-9A78-48A5-832F-C00835B3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147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45FBAA-12E8-4647-A302-FB312F68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B"/>
          </a:solidFill>
          <a:ln xmlns:a="http://schemas.openxmlformats.org/drawingml/2006/main" w="9525">
            <a:solidFill>
              <a:srgbClr val="12B8D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3E01D6-6351-4673-8DF8-90908E29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00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B8D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B8D7"/>
                </a:solidFill>
                <a:latin typeface="Aptos"/>
                <a:ea typeface="Aptos"/>
                <a:cs typeface="Aptos"/>
              </a:rPr>
              <a:t>推进知识库建设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3C6EF0-8BB7-4642-9510-58FB22F0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529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沉淀标书截图库、FAQ、操作视频与问题分类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5FA871-85DD-406B-80AB-8B1C6931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2004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AC9D73-7905-4CF9-9378-67A6EAB8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3147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8F6DD9-3BF1-4AEB-9587-809BB61B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00500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ACDE2B-81EA-4859-A087-8A28CEE1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2100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A7C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A7CEB"/>
                </a:solidFill>
                <a:latin typeface="Aptos"/>
                <a:ea typeface="Aptos"/>
                <a:cs typeface="Aptos"/>
              </a:rPr>
              <a:t>标准化与数据能力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A8E0AC-3B77-4C44-9AA5-134D66DC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5529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完善设计规范，并尝试用数据反馈指导优化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CAC188-C2AE-4DF1-856F-38919F0D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C8DEF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CC33E5-2AAE-4BD3-83F7-27352074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05475"/>
            <a:ext cx="899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23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233B"/>
                </a:solidFill>
                <a:latin typeface="Aptos"/>
                <a:ea typeface="Aptos"/>
                <a:cs typeface="Aptos"/>
              </a:rPr>
              <a:t>年度目标：设计规范更标准、LIMS体验更顺畅、售前交付更高效、个人产品判断更成熟。</a:t>
            </a:r>
          </a:p>
        </p:txBody>
      </p:sp>
    </p:spTree>
    <p:extLst>
      <p:ext uri="{BB962C8B-B14F-4D97-AF65-F5344CB8AC3E}">
        <p14:creationId xmlns:p14="http://schemas.microsoft.com/office/powerpoint/2010/main" val="18038970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D693FD-C8F7-474B-BAE5-72A2C29F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F8D0A-2DE5-49D7-A022-A18CC28C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AB07B-A043-49C7-A17C-3D05C1FD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DBB25-A032-40AB-A8D3-C46ED64F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0FC76-9F39-4549-ACB6-10AFF3CA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CAC65-5D35-4539-B01F-ABD801BC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431F1-A47B-4933-AD81-4BE2CBE9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784DE-781D-4F39-99C4-5B2824C7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28DC1-AC66-4CC7-8C7C-46BC90C5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AEEE9-4004-425D-8390-E681BFA8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5083A-02D0-440F-ABD9-FF5A7C6C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076950"/>
            <a:ext cx="83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F9738-EF0D-479F-AEC8-7051F030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3E9AA-3A4C-4FB0-8246-9E3B8682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3DFAD-20CE-4A18-8771-5115FE3C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C3EC2-5579-4FDA-8EFB-93566A16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7342C-EF9C-49C5-8D8D-32BD0888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7CAEA-3AA2-417D-ACD7-AD1FFDB7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953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1665A2-06C7-4A84-BBF7-C4613DE0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53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BEA55-9043-4D4C-AD9F-FCD773A8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39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04C4D-CF90-4985-91C4-C779CAAA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9525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01BABE-EE47-4A6E-90DC-FC6F0C31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1811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FDFA74-F471-4E8B-84B2-6CD7E615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E3FF84-53FD-427F-B930-27586114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84DBB4-0745-48D0-9FEE-09BC3D39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感谢领导及同事在试用期内的指导与支持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7CF5ED-579F-4BD9-95C8-EE87339B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3C031A-8589-4196-B9A4-6D26E02A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05150"/>
            <a:ext cx="657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7ED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7EDFF"/>
                </a:solidFill>
                <a:latin typeface="Aptos"/>
                <a:ea typeface="Aptos"/>
                <a:cs typeface="Aptos"/>
              </a:rPr>
              <a:t>我将继续以主动承担的态度，把设计能力、产品理解和业务协同转化为持续价值。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E82B8B-7A27-43A3-BB31-8E80CB41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86250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B12112-6090-4824-BF56-EDA70D1A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0530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持续成长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C0DDE6-3A54-4657-B514-2FC0BDC3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86250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3DD583-0396-408C-833D-491F9DDB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0530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BAE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AE66"/>
                </a:solidFill>
                <a:latin typeface="Aptos"/>
                <a:ea typeface="Aptos"/>
                <a:cs typeface="Aptos"/>
              </a:rPr>
              <a:t>主动承担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909857-21B7-40EF-8F88-A66BD805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86250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F20FCA-D134-4680-BE8A-64B4370C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0530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创造价值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EB9ECC-4EE9-4A19-A697-79D6F106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B4B9CC-486F-4E28-9732-A716A330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0530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BAE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AE66"/>
                </a:solidFill>
                <a:latin typeface="Aptos"/>
                <a:ea typeface="Aptos"/>
                <a:cs typeface="Aptos"/>
              </a:rPr>
              <a:t>共同进步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8F54DF-3AEF-4FB1-AADB-91B205A9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9115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EE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EEBFF"/>
                </a:solidFill>
                <a:latin typeface="Aptos"/>
                <a:ea typeface="Aptos"/>
                <a:cs typeface="Aptos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4690923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2026-06-03T08:36:14.6430000Z</dcterms:created>
  <dcterms:modified xsi:type="dcterms:W3CDTF">2026-06-03T08:36:14.6440000Z</dcterms:modified>
</coreProperties>
</file>